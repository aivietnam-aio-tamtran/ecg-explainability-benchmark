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0"/>
            <a:ext cx="630936" cy="0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53896" y="5486400"/>
            <a:ext cx="294437" cy="-288036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48333" y="5198364"/>
            <a:ext cx="336499" cy="576072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5774436"/>
            <a:ext cx="336499" cy="-288036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1331" y="5486400"/>
            <a:ext cx="715061" cy="0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36392" y="5486400"/>
            <a:ext cx="294437" cy="-329184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0829" y="5157216"/>
            <a:ext cx="252374" cy="658368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3203" y="5815584"/>
            <a:ext cx="294437" cy="-329184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5486400"/>
            <a:ext cx="1051560" cy="0"/>
          </a:xfrm>
          <a:prstGeom prst="line">
            <a:avLst/>
          </a:prstGeom>
          <a:noFill/>
          <a:ln w="28575">
            <a:solidFill>
              <a:srgbClr val="8FD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 Explainability Benchmark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AI explanations for myocardial infarction point where cardiologists actually look?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discussion with Dr. Kan 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Tam Tran  ·  Washington University School of Medicine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41280" y="6858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4686" y="959206"/>
            <a:ext cx="504749" cy="5047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reads ECGs well — but nobody checks if its “explanations” are actually true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now match cardiologists at detecting MI from ECG — but they're black boxes.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299100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78892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trust, tools like Grad-CAM and saliency maps generate a “heatmap” showing what the model supposedly focused on.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8404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DEEE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4041648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231843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977640"/>
            <a:ext cx="9646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unresolved contradiction: 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rigorous study found Grad-CAM fails basic sanity checks on ECG (it just lights up the QRS complex, regardless of diagnosis) — while another benchmark reported Grad-CAM as the best-performing method.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resolves that contradiction with a standardized, cardiologist-anchored benchmark.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— Four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standard model to a cardiologist-validated, cross-hospital benchmark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standard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trained on public PTB-XL data to detect MI vs. Normal. Nothing novel — just needs to be competent.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82112" y="3474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5C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70" y="22256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66160" y="29718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explanations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11880" y="36576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Grad-CAM, saliency, Integrated Gradients &amp; DeepLIFT to correctly-classified MI cases.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62472" y="3474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30936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23760" y="201168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222565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46520" y="29718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explanations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92240" y="36576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+ sanity checks + clinical concordance — does the heatmap land on the ST-segment / Q-waves that actually define MI?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942832" y="3474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8972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04120" y="201168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090" y="2225650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1947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326880" y="29718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experts &amp; a 2nd hospital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372600" y="36576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cardiologists blindly rate the maps; the benchmark re-runs on an independent cohort (MIMIC-IV-ECG).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minimal-risk role — not an open-ended commitment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113178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013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sponsorship (PI / co-PI)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1488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lightweight expert-rating study: 2–3 cardiologists blindly score ~40–60 de-identified ECG attribution maps. No patient contact, no PHI — likely exempt/expedited review.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15400" y="1856232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0" y="18562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front-loaded: protocol review + signature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328416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3530498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21868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Serve as a rating cardiologist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783080" y="35661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help identify 1–2 colleagues who would rate the blinded attribution maps.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915400" y="3273552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/>
        </p:spPr>
      </p:sp>
      <p:sp>
        <p:nvSpPr>
          <p:cNvPr id="17" name="Text 13"/>
          <p:cNvSpPr/>
          <p:nvPr/>
        </p:nvSpPr>
        <p:spPr>
          <a:xfrm>
            <a:off x="9052560" y="327355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 hours, one sitting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745736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4947818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63600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Co-author / clinical framing input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783080" y="49834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the “clinical concordance” metric — which ECG regions count as correct evidence for MI.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15400" y="4690872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/>
        </p:spPr>
      </p:sp>
      <p:sp>
        <p:nvSpPr>
          <p:cNvPr id="24" name="Text 19"/>
          <p:cNvSpPr/>
          <p:nvPr/>
        </p:nvSpPr>
        <p:spPr>
          <a:xfrm>
            <a:off x="9052560" y="469087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short reviews, whenever convenient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used: 100% public, de-identified (PTB-XL + MIMIC-IV-ECG) — no new patient data collected.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Team &amp; Next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8844" y="1289304"/>
            <a:ext cx="256032" cy="256032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4" name="Shape 2"/>
          <p:cNvSpPr/>
          <p:nvPr/>
        </p:nvSpPr>
        <p:spPr>
          <a:xfrm>
            <a:off x="1674876" y="1417320"/>
            <a:ext cx="1557528" cy="0"/>
          </a:xfrm>
          <a:prstGeom prst="line">
            <a:avLst/>
          </a:prstGeom>
          <a:noFill/>
          <a:ln w="25400">
            <a:solidFill>
              <a:srgbClr val="3E6E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32404" y="1289304"/>
            <a:ext cx="256032" cy="256032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7" name="Shape 5"/>
          <p:cNvSpPr/>
          <p:nvPr/>
        </p:nvSpPr>
        <p:spPr>
          <a:xfrm>
            <a:off x="3488436" y="1417320"/>
            <a:ext cx="1557528" cy="0"/>
          </a:xfrm>
          <a:prstGeom prst="line">
            <a:avLst/>
          </a:prstGeom>
          <a:noFill/>
          <a:ln w="25400">
            <a:solidFill>
              <a:srgbClr val="3E6E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364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45964" y="1289304"/>
            <a:ext cx="256032" cy="256032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0" name="Shape 8"/>
          <p:cNvSpPr/>
          <p:nvPr/>
        </p:nvSpPr>
        <p:spPr>
          <a:xfrm>
            <a:off x="5301996" y="1417320"/>
            <a:ext cx="1557528" cy="0"/>
          </a:xfrm>
          <a:prstGeom prst="line">
            <a:avLst/>
          </a:prstGeom>
          <a:noFill/>
          <a:ln w="25400">
            <a:solidFill>
              <a:srgbClr val="3E6E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+ Scoring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9524" y="1289304"/>
            <a:ext cx="256032" cy="25603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5556" y="1417320"/>
            <a:ext cx="1557528" cy="0"/>
          </a:xfrm>
          <a:prstGeom prst="line">
            <a:avLst/>
          </a:prstGeom>
          <a:noFill/>
          <a:ln w="25400">
            <a:solidFill>
              <a:srgbClr val="3E6E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Rating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73084" y="1289304"/>
            <a:ext cx="256032" cy="256032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929116" y="1417320"/>
            <a:ext cx="1557528" cy="0"/>
          </a:xfrm>
          <a:prstGeom prst="line">
            <a:avLst/>
          </a:prstGeom>
          <a:noFill/>
          <a:ln w="25400">
            <a:solidFill>
              <a:srgbClr val="3E6E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432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486644" y="1289304"/>
            <a:ext cx="256032" cy="256032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9" name="Text 17"/>
          <p:cNvSpPr/>
          <p:nvPr/>
        </p:nvSpPr>
        <p:spPr>
          <a:xfrm>
            <a:off x="9707880" y="1600200"/>
            <a:ext cx="181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estimate: ~4–6 months  —  Dr. Li's role centers on Phase 4 (Expert Rating)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3241548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3063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3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Vân · Nhân · Hùng · Tâm (project lead) — model training, attribution pipeline, concordance metric, and statistics/writing already assigned.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0F4A6E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4434840"/>
            <a:ext cx="914400" cy="914400"/>
          </a:xfrm>
          <a:prstGeom prst="ellipse">
            <a:avLst/>
          </a:prstGeom>
          <a:solidFill>
            <a:srgbClr val="8FD9C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4672584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103120" y="4279392"/>
            <a:ext cx="9052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short IRB protocol draft + full proposal this week.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check-in once MIMIC-IV-ECG credentialing and the IRB draft are underway.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Dr. Li.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 xAI-AMI Benchmark — Collaboration Overview</dc:title>
  <dc:subject>PptxGenJS Presentation</dc:subject>
  <dc:creator>Tam Tran</dc:creator>
  <cp:lastModifiedBy>Tam Tran</cp:lastModifiedBy>
  <cp:revision>1</cp:revision>
  <dcterms:created xsi:type="dcterms:W3CDTF">2026-07-07T08:50:12Z</dcterms:created>
  <dcterms:modified xsi:type="dcterms:W3CDTF">2026-07-07T08:50:12Z</dcterms:modified>
</cp:coreProperties>
</file>